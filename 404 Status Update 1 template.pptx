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CF27CF-4BEA-4D24-8E9A-5EBCEE9D5A88}">
  <a:tblStyle styleId="{1DCF27CF-4BEA-4D24-8E9A-5EBCEE9D5A8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Edge processing unit for the system.</a:t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Bullets on MAJOR changes in project direction due to learning from 403.  If stuff didn’t work out now is the time to redirect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-- eg custom to COTS, MCU changes, application change, major change in communication technology, …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High level figure showing where you are at in the project, what’s completed, what’s underway – it should take about 30 seconds to summarize where you are in the timeline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-- Save discussion for subsystem update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-- Save detail for execution plan &amp; validation plan status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8148d9f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8" name="Google Shape;108;g328148d9f8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8148d9f8c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28148d9f8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67138b19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3" name="Google Shape;123;g3267138b19f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9d6bac544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29d6bac54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8148d9f8c_1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28148d9f8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28148d9f8c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8148d9f8c_1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28148d9f8c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28148d9f8c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2476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/>
              <a:t>Most parts orders for 404 should be placed very soon.  </a:t>
            </a:r>
            <a:endParaRPr/>
          </a:p>
          <a:p>
            <a:pPr indent="-2476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/>
              <a:t>Provide summary of what is ordered but not received and what remains to be ordered. 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476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/>
              <a:t>When do you expect to have all parts?</a:t>
            </a:r>
            <a:endParaRPr/>
          </a:p>
          <a:p>
            <a:pPr indent="-1714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Execution plan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476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/>
              <a:t>Your team planned milestones for completion of any remaining subsystem functionality, integration of specific subsystems, test, and validation plans should be presented.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476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/>
              <a:t>Milestones should have owners … things like final integration can be group owned</a:t>
            </a:r>
            <a:endParaRPr/>
          </a:p>
          <a:p>
            <a:pPr indent="-2476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/>
              <a:t>Gantt chart – should indicate some 404 progress.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476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/>
              <a:t>Try to  complete all subsystem function in next 3 weeks.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476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/>
              <a:t>Try to complete all integration 2 weeks before demo to allow for system validation and documentation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4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ctrTitle"/>
          </p:nvPr>
        </p:nvSpPr>
        <p:spPr>
          <a:xfrm>
            <a:off x="1680575" y="3971225"/>
            <a:ext cx="73026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65: </a:t>
            </a:r>
            <a:r>
              <a:rPr lang="en-US"/>
              <a:t>Solar Playground with Security System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Bi-Weekly Update 1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9148"/>
              <a:buFont typeface="Arial"/>
              <a:buNone/>
            </a:pPr>
            <a:br>
              <a:rPr lang="en-US"/>
            </a:br>
            <a:r>
              <a:rPr lang="en-US" sz="2232"/>
              <a:t>Team Members: Zayan Prasla, Alex Allahar, Jackson Kitchel, Victor Igbokwe</a:t>
            </a:r>
            <a:br>
              <a:rPr lang="en-US" sz="2232"/>
            </a:br>
            <a:r>
              <a:rPr lang="en-US" sz="2232"/>
              <a:t>Sponsor: </a:t>
            </a:r>
            <a:r>
              <a:rPr lang="en-US" sz="2232"/>
              <a:t>Wonhyeok Jang</a:t>
            </a:r>
            <a:br>
              <a:rPr lang="en-US" sz="2232"/>
            </a:br>
            <a:r>
              <a:rPr lang="en-US" sz="2232"/>
              <a:t>TA: Zien Wang</a:t>
            </a:r>
            <a:br>
              <a:rPr lang="en-US" sz="2232"/>
            </a:br>
            <a:endParaRPr sz="2232"/>
          </a:p>
        </p:txBody>
      </p:sp>
      <p:sp>
        <p:nvSpPr>
          <p:cNvPr id="59" name="Google Shape;59;p8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60" name="Google Shape;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 txBox="1"/>
          <p:nvPr/>
        </p:nvSpPr>
        <p:spPr>
          <a:xfrm>
            <a:off x="2627745" y="6111425"/>
            <a:ext cx="377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 </a:t>
            </a:r>
            <a:endParaRPr/>
          </a:p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457200" y="2049275"/>
            <a:ext cx="80769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 solar-powered security system with a motion-detecting camera. This system provides near real-time video feeds and send automated alerts for suspicious activity through a mobile app, enhancing safety in these areas.</a:t>
            </a:r>
            <a:endParaRPr sz="2600"/>
          </a:p>
        </p:txBody>
      </p:sp>
      <p:pic>
        <p:nvPicPr>
          <p:cNvPr id="68" name="Google Shape;6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225" y="4885900"/>
            <a:ext cx="1800776" cy="180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4938" y="4885888"/>
            <a:ext cx="2641425" cy="18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9"/>
          <p:cNvPicPr preferRelativeResize="0"/>
          <p:nvPr/>
        </p:nvPicPr>
        <p:blipFill rotWithShape="1">
          <a:blip r:embed="rId5">
            <a:alphaModFix/>
          </a:blip>
          <a:srcRect b="0" l="15237" r="12887" t="21470"/>
          <a:stretch/>
        </p:blipFill>
        <p:spPr>
          <a:xfrm>
            <a:off x="6262925" y="4885900"/>
            <a:ext cx="2423875" cy="180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Subsystem Overview</a:t>
            </a:r>
            <a:endParaRPr/>
          </a:p>
        </p:txBody>
      </p:sp>
      <p:pic>
        <p:nvPicPr>
          <p:cNvPr id="76" name="Google Shape;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98275"/>
            <a:ext cx="9144003" cy="275972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0"/>
          <p:cNvSpPr txBox="1"/>
          <p:nvPr/>
        </p:nvSpPr>
        <p:spPr>
          <a:xfrm>
            <a:off x="152400" y="1787850"/>
            <a:ext cx="8946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</a:rPr>
              <a:t>Red - Jackson Kitchel (Power Generation)</a:t>
            </a:r>
            <a:endParaRPr b="1" sz="1600">
              <a:solidFill>
                <a:srgbClr val="FF0000"/>
              </a:solidFill>
            </a:endParaRPr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0000"/>
              </a:solidFill>
            </a:endParaRPr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1C232"/>
                </a:solidFill>
              </a:rPr>
              <a:t>Yellow - Victor Igbokwe (Power Distribution)</a:t>
            </a:r>
            <a:endParaRPr b="1" sz="1600">
              <a:solidFill>
                <a:srgbClr val="F1C232"/>
              </a:solidFill>
            </a:endParaRPr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1C232"/>
              </a:solidFill>
            </a:endParaRPr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155CC"/>
                </a:solidFill>
              </a:rPr>
              <a:t>Blue - Alex Allahar (Microprocessor &amp; Sensors) </a:t>
            </a:r>
            <a:endParaRPr b="1" sz="1600">
              <a:solidFill>
                <a:srgbClr val="1155CC"/>
              </a:solidFill>
            </a:endParaRPr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155CC"/>
              </a:solidFill>
            </a:endParaRPr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8761D"/>
                </a:solidFill>
              </a:rPr>
              <a:t>Green - Zayan Prasla (Network &amp; Application)</a:t>
            </a:r>
            <a:endParaRPr b="1" sz="1600"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Major Project Changes for 404</a:t>
            </a:r>
            <a:endParaRPr/>
          </a:p>
        </p:txBody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Removed Object Detection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LED Deterrence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Adding Cooling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</a:t>
            </a:r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50" y="2146700"/>
            <a:ext cx="8902124" cy="256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Generation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Jackson Kitchel</a:t>
            </a:r>
            <a:endParaRPr sz="2980"/>
          </a:p>
        </p:txBody>
      </p:sp>
      <p:graphicFrame>
        <p:nvGraphicFramePr>
          <p:cNvPr id="95" name="Google Shape;95;p13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{1DCF27CF-4BEA-4D24-8E9A-5EBCEE9D5A88}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 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PCP has been updated to address issues that were found in 403. Parts and PCB has been ordered.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 </a:t>
                      </a:r>
                      <a:r>
                        <a:rPr lang="en-US" sz="1800"/>
                        <a:t>Solder and test new PCB upon arrival. 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 Integrate with other subsystems.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" name="Google Shape;96;p13"/>
          <p:cNvSpPr txBox="1"/>
          <p:nvPr/>
        </p:nvSpPr>
        <p:spPr>
          <a:xfrm>
            <a:off x="1533235" y="5015346"/>
            <a:ext cx="634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Problem with footprint and missing</a:t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trace to be fixed with new order</a:t>
            </a:r>
            <a:endParaRPr sz="1800"/>
          </a:p>
        </p:txBody>
      </p:sp>
      <p:sp>
        <p:nvSpPr>
          <p:cNvPr id="102" name="Google Shape;102;p14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Generation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Jackson Kitchel</a:t>
            </a:r>
            <a:endParaRPr sz="2980"/>
          </a:p>
        </p:txBody>
      </p:sp>
      <p:sp>
        <p:nvSpPr>
          <p:cNvPr id="103" name="Google Shape;103;p14"/>
          <p:cNvSpPr txBox="1"/>
          <p:nvPr/>
        </p:nvSpPr>
        <p:spPr>
          <a:xfrm>
            <a:off x="1927123" y="3382297"/>
            <a:ext cx="275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226" y="2717213"/>
            <a:ext cx="3021375" cy="274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77" y="2881350"/>
            <a:ext cx="3327325" cy="255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Distribution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Victor Igbokwe</a:t>
            </a:r>
            <a:endParaRPr sz="2980"/>
          </a:p>
        </p:txBody>
      </p:sp>
      <p:graphicFrame>
        <p:nvGraphicFramePr>
          <p:cNvPr id="111" name="Google Shape;111;p15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{1DCF27CF-4BEA-4D24-8E9A-5EBCEE9D5A88}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 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Buck Converter system experienced issues due to complexity of IC chip that. New PCB has been designed and ordered using a Texas Instruments IC chip.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S</a:t>
                      </a:r>
                      <a:r>
                        <a:rPr lang="en-US" sz="1800"/>
                        <a:t>oldering and testing my new buck converter system.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Design and order a new PCB that will implement using an N-Channel Mosfet as a switch to control the Security light. 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" name="Google Shape;112;p15"/>
          <p:cNvSpPr txBox="1"/>
          <p:nvPr/>
        </p:nvSpPr>
        <p:spPr>
          <a:xfrm>
            <a:off x="1533235" y="5015346"/>
            <a:ext cx="634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Distribution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Victor Igbokwe</a:t>
            </a:r>
            <a:endParaRPr sz="2980"/>
          </a:p>
        </p:txBody>
      </p:sp>
      <p:sp>
        <p:nvSpPr>
          <p:cNvPr id="118" name="Google Shape;118;p16"/>
          <p:cNvSpPr txBox="1"/>
          <p:nvPr/>
        </p:nvSpPr>
        <p:spPr>
          <a:xfrm>
            <a:off x="6038273" y="2541847"/>
            <a:ext cx="27531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Still Developing: 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Using N-channel as a switch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US" sz="1800">
                <a:solidFill>
                  <a:schemeClr val="dk1"/>
                </a:solidFill>
              </a:rPr>
              <a:t>Common Ground between microcontroller and Power supply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US" sz="1800">
                <a:solidFill>
                  <a:schemeClr val="dk1"/>
                </a:solidFill>
              </a:rPr>
              <a:t>Pull-down resistor at the output pin.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US" sz="1800">
                <a:solidFill>
                  <a:schemeClr val="dk1"/>
                </a:solidFill>
              </a:rPr>
              <a:t>Setting the output pin to High will allow current flow while setting it to low will disrupt current flow.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19" name="Google Shape;11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25" y="2157288"/>
            <a:ext cx="5608026" cy="305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28297"/>
            <a:ext cx="2605363" cy="203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Microprocessor &amp; Sensors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Alex Allahar</a:t>
            </a:r>
            <a:endParaRPr sz="2980"/>
          </a:p>
        </p:txBody>
      </p:sp>
      <p:graphicFrame>
        <p:nvGraphicFramePr>
          <p:cNvPr id="126" name="Google Shape;126;p17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{1DCF27CF-4BEA-4D24-8E9A-5EBCEE9D5A88}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 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Tested and Validation CSI Camera 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Integration of Firebases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Designing the cooling and housing for MPU, Camera, &amp; Sensors.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Microprocessor &amp; Sensors</a:t>
            </a:r>
            <a:endParaRPr/>
          </a:p>
        </p:txBody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457200" y="1975644"/>
            <a:ext cx="4038600" cy="4150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3400"/>
              <a:t>Low-Power Mode</a:t>
            </a:r>
            <a:endParaRPr b="1" sz="3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 u="sng"/>
              <a:t>Works</a:t>
            </a:r>
            <a:endParaRPr b="1" sz="20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GPIO Sensors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Automated Video Capture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Fixed / Variable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Thumbnails Generation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Local Event History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Cloud Video Storage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133" name="Google Shape;133;p18"/>
          <p:cNvSpPr txBox="1"/>
          <p:nvPr>
            <p:ph idx="4294967295" type="body"/>
          </p:nvPr>
        </p:nvSpPr>
        <p:spPr>
          <a:xfrm>
            <a:off x="4648200" y="1975644"/>
            <a:ext cx="4038600" cy="4150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3400"/>
              <a:t>Streaming Mode</a:t>
            </a:r>
            <a:endParaRPr b="1"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/>
              <a:t>Works</a:t>
            </a:r>
            <a:endParaRPr b="1" sz="20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Real-Time LIve Stream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Live Stream Web Server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OpenCV Motion Detection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App Notification</a:t>
            </a:r>
            <a:r>
              <a:rPr lang="en-US" sz="1800"/>
              <a:t>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/>
              <a:t>Still Developing</a:t>
            </a:r>
            <a:endParaRPr b="1" sz="18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/>
              <a:t>User Activation via App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457200" y="87402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/>
              <a:t>Subsystem 4 Application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1700"/>
              <a:t>Zayan Prasla</a:t>
            </a:r>
            <a:endParaRPr sz="1700"/>
          </a:p>
        </p:txBody>
      </p:sp>
      <p:graphicFrame>
        <p:nvGraphicFramePr>
          <p:cNvPr id="140" name="Google Shape;140;p19"/>
          <p:cNvGraphicFramePr/>
          <p:nvPr/>
        </p:nvGraphicFramePr>
        <p:xfrm>
          <a:off x="685800" y="1888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{1DCF27CF-4BEA-4D24-8E9A-5EBCEE9D5A88}</a:tableStyleId>
              </a:tblPr>
              <a:tblGrid>
                <a:gridCol w="3886200"/>
                <a:gridCol w="3886200"/>
              </a:tblGrid>
              <a:tr h="76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</a:t>
                      </a:r>
                      <a:r>
                        <a:rPr lang="en-US" sz="1800"/>
                        <a:t>3</a:t>
                      </a:r>
                      <a:r>
                        <a:rPr lang="en-US" sz="1800" u="none" cap="none" strike="noStrike"/>
                        <a:t>        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492275"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-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Removed fixed 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event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history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 examples from 403 and connected it to Firebase for live updates.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-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Added reset password for the login page and connected it via backend to the user’s specific email.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App to microprocessor connection via Firebase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Camera and LED controls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Live stream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Constantly improving frontend UI as well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50"/>
              <a:t>Subsystem 4 Application</a:t>
            </a:r>
            <a:endParaRPr sz="3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/>
              <a:t>Zayan Prasla</a:t>
            </a:r>
            <a:endParaRPr sz="1850"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0" y="1975650"/>
            <a:ext cx="4572000" cy="488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3400"/>
              <a:t>Backend/Security</a:t>
            </a:r>
            <a:endParaRPr b="1" sz="3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 u="sng"/>
              <a:t>Works</a:t>
            </a:r>
            <a:endParaRPr b="1" sz="2000" u="sng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User Login and Account Creation	</a:t>
            </a:r>
            <a:endParaRPr sz="17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Password Policy Enforced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User accounts stays logged in until manually logged out</a:t>
            </a:r>
            <a:endParaRPr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Email Verification</a:t>
            </a:r>
            <a:endParaRPr sz="17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Verification link expires after 5 minutes</a:t>
            </a:r>
            <a:endParaRPr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Internet Connection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Password Reset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Email Address Change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Event History connected to Firebase Realtime Database</a:t>
            </a:r>
            <a:endParaRPr sz="17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 u="sng"/>
              <a:t>Still Developing</a:t>
            </a:r>
            <a:endParaRPr b="1" sz="2000" u="sng"/>
          </a:p>
          <a:p>
            <a:pPr indent="-336550" lvl="0" marL="457200" rtl="0" algn="l">
              <a:spcBef>
                <a:spcPts val="36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App to Microprocessor connection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New Sign-in Methods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SMS Verification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2-step verification</a:t>
            </a:r>
            <a:endParaRPr sz="1700"/>
          </a:p>
        </p:txBody>
      </p:sp>
      <p:sp>
        <p:nvSpPr>
          <p:cNvPr id="148" name="Google Shape;148;p20"/>
          <p:cNvSpPr txBox="1"/>
          <p:nvPr>
            <p:ph idx="1" type="body"/>
          </p:nvPr>
        </p:nvSpPr>
        <p:spPr>
          <a:xfrm>
            <a:off x="4572000" y="1975650"/>
            <a:ext cx="4572000" cy="488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3400"/>
              <a:t>Frontend</a:t>
            </a:r>
            <a:endParaRPr b="1" sz="3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 u="sng"/>
              <a:t>Works</a:t>
            </a:r>
            <a:endParaRPr b="1" sz="2000" u="sng"/>
          </a:p>
          <a:p>
            <a:pPr indent="-336550" lvl="0" marL="457200" rtl="0" algn="l">
              <a:spcBef>
                <a:spcPts val="36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Login, Create Account, Home, Settings, and Event History pages all work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SOS button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Error messages for when password policy is not properly followed or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User friendly UI</a:t>
            </a:r>
            <a:endParaRPr sz="17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 u="sng"/>
              <a:t>Still Developing</a:t>
            </a:r>
            <a:endParaRPr b="1" sz="2000" u="sng"/>
          </a:p>
          <a:p>
            <a:pPr indent="-336550" lvl="0" marL="457200" rtl="0" algn="l">
              <a:spcBef>
                <a:spcPts val="36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Improvements to the home page UI is needed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Camera and LED buttons are visible but not yet functional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US" sz="1700"/>
              <a:t>Charging Statistics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457200" y="8967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Parts Ordering Status</a:t>
            </a:r>
            <a:endParaRPr/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52877"/>
            <a:ext cx="8839201" cy="21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457200" y="8967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</a:t>
            </a:r>
            <a:r>
              <a:rPr lang="en-US"/>
              <a:t> &amp; </a:t>
            </a:r>
            <a:r>
              <a:rPr lang="en-US"/>
              <a:t>Plan</a:t>
            </a:r>
            <a:endParaRPr/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333"/>
            <a:ext cx="8839204" cy="3811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ctrTitle"/>
          </p:nvPr>
        </p:nvSpPr>
        <p:spPr>
          <a:xfrm>
            <a:off x="3969582" y="2130425"/>
            <a:ext cx="44886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