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680012f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is where task partition is stated, Alex</a:t>
            </a:r>
            <a:endParaRPr/>
          </a:p>
        </p:txBody>
      </p:sp>
      <p:sp>
        <p:nvSpPr>
          <p:cNvPr id="66" name="Google Shape;66;g31680012f4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680012f4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1680012f4f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680012f4f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680012f4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680012f4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1680012f4f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680012f4f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680012f4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82a696c7c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82a696c7c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82a696c7c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82a696c7c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680012f4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1680012f4f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82a696c7c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82a696c7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82a696c7c_1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82a696c7c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cf71ca14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2cf71ca14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8.jp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Relationship Id="rId4" Type="http://schemas.openxmlformats.org/officeDocument/2006/relationships/image" Target="../media/image20.jp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jpg"/><Relationship Id="rId4" Type="http://schemas.openxmlformats.org/officeDocument/2006/relationships/image" Target="../media/image24.jpg"/><Relationship Id="rId5" Type="http://schemas.openxmlformats.org/officeDocument/2006/relationships/image" Target="../media/image23.jpg"/><Relationship Id="rId6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ctrTitle"/>
          </p:nvPr>
        </p:nvSpPr>
        <p:spPr>
          <a:xfrm>
            <a:off x="1619250" y="4244975"/>
            <a:ext cx="7302500" cy="160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ECEN 403 Final Presentation</a:t>
            </a:r>
            <a:br>
              <a:rPr lang="en-US"/>
            </a:br>
            <a:r>
              <a:rPr lang="en-US"/>
              <a:t>SolarEye Security System</a:t>
            </a:r>
            <a:br>
              <a:rPr lang="en-US"/>
            </a:b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6129"/>
              <a:buFont typeface="Arial"/>
              <a:buNone/>
            </a:pPr>
            <a:r>
              <a:rPr lang="en-US" sz="3100"/>
              <a:t>Team members: Alex Allahar, Victor Igbokwe, Jackson Kitchel, Zayan Prasla</a:t>
            </a:r>
            <a:endParaRPr sz="3100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6129"/>
              <a:buFont typeface="Arial"/>
              <a:buNone/>
            </a:pPr>
            <a:r>
              <a:t/>
            </a:r>
            <a:endParaRPr sz="31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br>
              <a:rPr lang="en-US"/>
            </a:br>
            <a:r>
              <a:rPr lang="en-US" sz="3100"/>
              <a:t>Sponsor: Dr. Jang</a:t>
            </a: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Problem Overview</a:t>
            </a:r>
            <a:endParaRPr/>
          </a:p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57200" y="2049270"/>
            <a:ext cx="8229600" cy="4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800"/>
              <a:t>A solar-powered security system with a motion-detecting camera. This system provides near real-time video feeds and send automated alerts for suspicious activity through a mobile app, enhancing safety in these areas.</a:t>
            </a:r>
            <a:endParaRPr/>
          </a:p>
        </p:txBody>
      </p:sp>
      <p:pic>
        <p:nvPicPr>
          <p:cNvPr id="63" name="Google Shape;6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1050" y="4458500"/>
            <a:ext cx="2228050" cy="222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457200" y="2049271"/>
            <a:ext cx="8229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Red - Jackson Kitchel (Power Generation)</a:t>
            </a:r>
            <a:endParaRPr>
              <a:solidFill>
                <a:srgbClr val="FF0000"/>
              </a:solidFill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rgbClr val="F1C232"/>
                </a:solidFill>
              </a:rPr>
              <a:t>Yellow - Victor Igbokwe (Power Distribution)</a:t>
            </a:r>
            <a:endParaRPr>
              <a:solidFill>
                <a:srgbClr val="FF0000"/>
              </a:solidFill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rgbClr val="1155CC"/>
                </a:solidFill>
              </a:rPr>
              <a:t>Blue - Alex Allahar (Detection)</a:t>
            </a:r>
            <a:endParaRPr>
              <a:solidFill>
                <a:srgbClr val="1155CC"/>
              </a:solidFill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rgbClr val="38761D"/>
                </a:solidFill>
              </a:rPr>
              <a:t>Green - Zayan Prasla (Network &amp; Application)</a:t>
            </a:r>
            <a:endParaRPr>
              <a:solidFill>
                <a:srgbClr val="F1C232"/>
              </a:solidFill>
            </a:endParaRPr>
          </a:p>
        </p:txBody>
      </p:sp>
      <p:pic>
        <p:nvPicPr>
          <p:cNvPr id="70" name="Google Shape;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96325"/>
            <a:ext cx="9144003" cy="275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1: Power Generation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457200" y="2049270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PCB responsible for power generation from the solar panel to the battery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Battery supplies power 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distribution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PCP with 12V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Charging circuit automatically cuts on/off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Provides MCU with voltage and current readings at the solar panel and battery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100" y="3555027"/>
            <a:ext cx="3869873" cy="25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4300" y="3867650"/>
            <a:ext cx="1939950" cy="19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Subsystem 1: Power Generation</a:t>
            </a:r>
            <a:endParaRPr/>
          </a:p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Ongoing Tasks: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First PCP scrapped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Soldering and testing PCB (ie. short circuit, continuity)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 do in 403</a:t>
            </a:r>
            <a:r>
              <a:rPr lang="en-US" sz="1800"/>
              <a:t>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Battery charging test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Cut on/off test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Demo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To do in 404: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Integrate power with distribution subsystem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Integrate voltage/current readings with MCU subsystem</a:t>
            </a:r>
            <a:endParaRPr sz="1800"/>
          </a:p>
        </p:txBody>
      </p:sp>
      <p:pic>
        <p:nvPicPr>
          <p:cNvPr id="85" name="Google Shape;8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4850" y="5053173"/>
            <a:ext cx="2154300" cy="144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2: Power Distribution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580450" y="1684795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b="0" l="7819" r="-7819" t="0"/>
          <a:stretch/>
        </p:blipFill>
        <p:spPr>
          <a:xfrm>
            <a:off x="669025" y="1684800"/>
            <a:ext cx="7926150" cy="49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Distribution Cont.</a:t>
            </a:r>
            <a:endParaRPr/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Completed Tests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Continuity Test</a:t>
            </a:r>
            <a:r>
              <a:rPr lang="en-US" sz="1275"/>
              <a:t>: Use a multimeter to check continuity between connected pads and traces to ensure no open connections exist.</a:t>
            </a:r>
            <a:endParaRPr sz="1275"/>
          </a:p>
          <a:p>
            <a:pPr indent="-3095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Short Circuit Test</a:t>
            </a:r>
            <a:r>
              <a:rPr lang="en-US" sz="1275"/>
              <a:t>: Verify there are no shorts between the power (5V and 12V rails) and ground. Measure resistance between </a:t>
            </a:r>
            <a:r>
              <a:rPr b="1" lang="en-US" sz="1275"/>
              <a:t>5V</a:t>
            </a:r>
            <a:r>
              <a:rPr lang="en-US" sz="1275"/>
              <a:t> and </a:t>
            </a:r>
            <a:r>
              <a:rPr b="1" lang="en-US" sz="1275"/>
              <a:t>GND</a:t>
            </a:r>
            <a:r>
              <a:rPr lang="en-US" sz="1275"/>
              <a:t> and </a:t>
            </a:r>
            <a:r>
              <a:rPr b="1" lang="en-US" sz="1275"/>
              <a:t>12V</a:t>
            </a:r>
            <a:r>
              <a:rPr lang="en-US" sz="1275"/>
              <a:t> and </a:t>
            </a:r>
            <a:r>
              <a:rPr b="1" lang="en-US" sz="1275"/>
              <a:t>GND</a:t>
            </a:r>
            <a:r>
              <a:rPr lang="en-US" sz="1275"/>
              <a:t>. It should not show a short (low resistance).</a:t>
            </a:r>
            <a:endParaRPr sz="1275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Concerns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Vin Connection:</a:t>
            </a:r>
            <a:r>
              <a:rPr lang="en-US" sz="1275"/>
              <a:t> Experiencing difficulties with the connection between the MOSFET and the Vin pin of the IC chip</a:t>
            </a:r>
            <a:r>
              <a:rPr b="1" lang="en-US" sz="1275"/>
              <a:t>.</a:t>
            </a:r>
            <a:endParaRPr b="1" sz="1275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Proposed</a:t>
            </a:r>
            <a:r>
              <a:rPr b="1" lang="en-US" sz="1275" u="sng"/>
              <a:t> Solution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Perf Board: </a:t>
            </a:r>
            <a:r>
              <a:rPr lang="en-US" sz="1275"/>
              <a:t>Use an external Perf board to solder a connection between the mosfet and Vin.</a:t>
            </a:r>
            <a:endParaRPr sz="1275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To Do (403)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Output Voltage Test</a:t>
            </a:r>
            <a:endParaRPr b="1" sz="1275"/>
          </a:p>
          <a:p>
            <a:pPr indent="-3095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Load Test</a:t>
            </a:r>
            <a:endParaRPr b="1" sz="1275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US" sz="1275" u="sng"/>
              <a:t>To Do (404)</a:t>
            </a:r>
            <a:endParaRPr b="1" sz="1275" u="sng"/>
          </a:p>
          <a:p>
            <a:pPr indent="-309562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Voltage Regulator load Components</a:t>
            </a:r>
            <a:endParaRPr b="1" sz="1275"/>
          </a:p>
          <a:p>
            <a:pPr indent="-3095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75"/>
              <a:buChar char="❖"/>
            </a:pPr>
            <a:r>
              <a:rPr b="1" lang="en-US" sz="1275"/>
              <a:t>Integration with other subsystems</a:t>
            </a:r>
            <a:endParaRPr b="1" sz="1275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000"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152325" y="4572449"/>
            <a:ext cx="2006976" cy="2564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457200" y="1049175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Detection: Modes of Operations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Low-Power Mode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Passive (Security)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PIR Sensor Activated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Automated Video Capture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Fixed / Variable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Generate Thumbnails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Local Event History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Store Footage on Firebase </a:t>
            </a:r>
            <a:endParaRPr sz="1600"/>
          </a:p>
        </p:txBody>
      </p:sp>
      <p:sp>
        <p:nvSpPr>
          <p:cNvPr id="106" name="Google Shape;106;p15"/>
          <p:cNvSpPr txBox="1"/>
          <p:nvPr>
            <p:ph idx="4294967295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Operational Mode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Active (Surveillance)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User Activated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Real-Time Video Stream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OpenCV Motion Detection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-US" sz="1600"/>
              <a:t>Send Alert to Firebase </a:t>
            </a:r>
            <a:endParaRPr sz="1600"/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8675" y="4149525"/>
            <a:ext cx="2478126" cy="24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Detection: Test Cases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Completed:</a:t>
            </a:r>
            <a:endParaRPr b="1" sz="1500"/>
          </a:p>
          <a:p>
            <a:pPr indent="-323850" lvl="1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Validate PIR Sensor functional up to  5 ft, FOV, with a FOV of 120°</a:t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1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Minimize delay between motion detection and video capture stored on Firebase. </a:t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1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Measure Raspberry PI Memory and CPU Usage during Modes of Operation.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To-Do (403):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1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Passive Mode Output</a:t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438" y="5567475"/>
            <a:ext cx="7493121" cy="891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457200" y="8627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4: Software/App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523938" y="1713900"/>
            <a:ext cx="1931400" cy="27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Login Page:</a:t>
            </a:r>
            <a:endParaRPr b="1" sz="2000" u="sng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User Login saved on Firebase Auth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Email must be verified to login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User remains </a:t>
            </a:r>
            <a:r>
              <a:rPr lang="en-US" sz="1500">
                <a:solidFill>
                  <a:schemeClr val="dk1"/>
                </a:solidFill>
              </a:rPr>
              <a:t>logged in</a:t>
            </a:r>
            <a:r>
              <a:rPr lang="en-US" sz="1500">
                <a:solidFill>
                  <a:schemeClr val="dk1"/>
                </a:solidFill>
              </a:rPr>
              <a:t> until they manually log out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524" r="534" t="0"/>
          <a:stretch/>
        </p:blipFill>
        <p:spPr>
          <a:xfrm>
            <a:off x="6394675" y="5280950"/>
            <a:ext cx="2387474" cy="13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 rotWithShape="1">
          <a:blip r:embed="rId4">
            <a:alphaModFix/>
          </a:blip>
          <a:srcRect b="18496" l="0" r="0" t="11308"/>
          <a:stretch/>
        </p:blipFill>
        <p:spPr>
          <a:xfrm>
            <a:off x="4773363" y="1617450"/>
            <a:ext cx="2205901" cy="34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 rotWithShape="1">
          <a:blip r:embed="rId5">
            <a:alphaModFix/>
          </a:blip>
          <a:srcRect b="6196" l="0" r="0" t="8798"/>
          <a:stretch/>
        </p:blipFill>
        <p:spPr>
          <a:xfrm>
            <a:off x="25" y="1617450"/>
            <a:ext cx="2205900" cy="416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7055725" y="1713900"/>
            <a:ext cx="1931400" cy="25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Account Creation:</a:t>
            </a:r>
            <a:endParaRPr b="1" sz="2000" u="sng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-US" sz="1600">
                <a:solidFill>
                  <a:schemeClr val="dk1"/>
                </a:solidFill>
              </a:rPr>
              <a:t>Email Verification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-US" sz="1600">
                <a:solidFill>
                  <a:schemeClr val="dk1"/>
                </a:solidFill>
              </a:rPr>
              <a:t>Verification Link expiration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-US" sz="1600">
                <a:solidFill>
                  <a:schemeClr val="dk1"/>
                </a:solidFill>
              </a:rPr>
              <a:t>Password Policy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4150" y="5134986"/>
            <a:ext cx="3608324" cy="166478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2523950" y="4495550"/>
            <a:ext cx="16542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Email Verification: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457200" y="8205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4: App Main Page</a:t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5429" l="0" r="0" t="8932"/>
          <a:stretch/>
        </p:blipFill>
        <p:spPr>
          <a:xfrm>
            <a:off x="457200" y="1548075"/>
            <a:ext cx="2115149" cy="402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 rotWithShape="1">
          <a:blip r:embed="rId4">
            <a:alphaModFix/>
          </a:blip>
          <a:srcRect b="10315" l="0" r="0" t="8463"/>
          <a:stretch/>
        </p:blipFill>
        <p:spPr>
          <a:xfrm>
            <a:off x="3415239" y="1548075"/>
            <a:ext cx="2313529" cy="402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 rotWithShape="1">
          <a:blip r:embed="rId5">
            <a:alphaModFix/>
          </a:blip>
          <a:srcRect b="5515" l="0" r="3128" t="8838"/>
          <a:stretch/>
        </p:blipFill>
        <p:spPr>
          <a:xfrm>
            <a:off x="6571675" y="1554275"/>
            <a:ext cx="2115150" cy="40129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457200" y="5672950"/>
            <a:ext cx="29580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Main Page:</a:t>
            </a:r>
            <a:endParaRPr b="1" sz="2000" u="sng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en-US" sz="1300">
                <a:solidFill>
                  <a:schemeClr val="dk1"/>
                </a:solidFill>
              </a:rPr>
              <a:t>Latest thumbnail displayed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en-US" sz="1300">
                <a:solidFill>
                  <a:schemeClr val="dk1"/>
                </a:solidFill>
              </a:rPr>
              <a:t>Charging Statistics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en-US" sz="1300">
                <a:solidFill>
                  <a:schemeClr val="dk1"/>
                </a:solidFill>
              </a:rPr>
              <a:t>System Controls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3415200" y="5646700"/>
            <a:ext cx="28785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Event History:</a:t>
            </a:r>
            <a:endParaRPr b="1" sz="2000" u="sng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Events sectioned by date recorded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Event Type and Time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495475" y="5646700"/>
            <a:ext cx="25722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</a:rPr>
              <a:t>Settings:</a:t>
            </a:r>
            <a:endParaRPr b="1" sz="2000" u="sng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Log Out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Email Change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Password Reset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457200" y="868802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Subsystem 4: App System Controls</a:t>
            </a:r>
            <a:endParaRPr/>
          </a:p>
        </p:txBody>
      </p:sp>
      <p:pic>
        <p:nvPicPr>
          <p:cNvPr id="143" name="Google Shape;143;p19"/>
          <p:cNvPicPr preferRelativeResize="0"/>
          <p:nvPr/>
        </p:nvPicPr>
        <p:blipFill rotWithShape="1">
          <a:blip r:embed="rId3">
            <a:alphaModFix/>
          </a:blip>
          <a:srcRect b="40863" l="0" r="0" t="37362"/>
          <a:stretch/>
        </p:blipFill>
        <p:spPr>
          <a:xfrm>
            <a:off x="457200" y="3597763"/>
            <a:ext cx="2196326" cy="106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 rotWithShape="1">
          <a:blip r:embed="rId4">
            <a:alphaModFix/>
          </a:blip>
          <a:srcRect b="40863" l="0" r="0" t="37362"/>
          <a:stretch/>
        </p:blipFill>
        <p:spPr>
          <a:xfrm>
            <a:off x="3473850" y="3597763"/>
            <a:ext cx="2196301" cy="106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5">
            <a:alphaModFix/>
          </a:blip>
          <a:srcRect b="40863" l="0" r="0" t="37362"/>
          <a:stretch/>
        </p:blipFill>
        <p:spPr>
          <a:xfrm>
            <a:off x="6490475" y="3597774"/>
            <a:ext cx="2196326" cy="106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6">
            <a:alphaModFix/>
          </a:blip>
          <a:srcRect b="12507" l="0" r="0" t="70393"/>
          <a:stretch/>
        </p:blipFill>
        <p:spPr>
          <a:xfrm>
            <a:off x="2456013" y="1530573"/>
            <a:ext cx="4231975" cy="16080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9"/>
          <p:cNvCxnSpPr/>
          <p:nvPr/>
        </p:nvCxnSpPr>
        <p:spPr>
          <a:xfrm flipH="1">
            <a:off x="2340125" y="2797225"/>
            <a:ext cx="987600" cy="78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cxnSp>
      <p:cxnSp>
        <p:nvCxnSpPr>
          <p:cNvPr id="148" name="Google Shape;148;p19"/>
          <p:cNvCxnSpPr>
            <a:endCxn id="144" idx="0"/>
          </p:cNvCxnSpPr>
          <p:nvPr/>
        </p:nvCxnSpPr>
        <p:spPr>
          <a:xfrm flipH="1">
            <a:off x="4572000" y="2838163"/>
            <a:ext cx="18900" cy="75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cxnSp>
      <p:cxnSp>
        <p:nvCxnSpPr>
          <p:cNvPr id="149" name="Google Shape;149;p19"/>
          <p:cNvCxnSpPr/>
          <p:nvPr/>
        </p:nvCxnSpPr>
        <p:spPr>
          <a:xfrm>
            <a:off x="5915025" y="2838450"/>
            <a:ext cx="962100" cy="7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9"/>
          <p:cNvSpPr txBox="1"/>
          <p:nvPr/>
        </p:nvSpPr>
        <p:spPr>
          <a:xfrm>
            <a:off x="457200" y="4943475"/>
            <a:ext cx="82488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➢"/>
            </a:pPr>
            <a:r>
              <a:rPr lang="en-US" sz="2500">
                <a:solidFill>
                  <a:schemeClr val="dk1"/>
                </a:solidFill>
              </a:rPr>
              <a:t>On/Off controls for Camera and LED Light (not yet connected)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➢"/>
            </a:pPr>
            <a:r>
              <a:rPr lang="en-US" sz="2500">
                <a:solidFill>
                  <a:schemeClr val="dk1"/>
                </a:solidFill>
              </a:rPr>
              <a:t>SOS Emergency Call (connected directly to device)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and Validation Status</a:t>
            </a:r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432" y="1852925"/>
            <a:ext cx="6591131" cy="5005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Remaining Tasks</a:t>
            </a:r>
            <a:endParaRPr/>
          </a:p>
        </p:txBody>
      </p:sp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7353900" y="-7"/>
            <a:ext cx="17901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Summarize what remains to be completed for your subsystem design, assembly, test, and validation by Project Demo date.</a:t>
            </a:r>
            <a:endParaRPr/>
          </a:p>
          <a:p>
            <a:pPr indent="-190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Summarize what key design activity from each subsystem will be completed in 404 (eg. fabrication and assembly of final PCB, full ML model training, in-situ sensor calibration, enclosure design and fabrication, mount 3d-printing)</a:t>
            </a:r>
            <a:endParaRPr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457200" y="1852920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spcBef>
                <a:spcPts val="64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Software: FAQ section is left. In 404 the app will be connected to the security system, retrieve live data from Firebase Firestore, and have a better front User Interface.</a:t>
            </a:r>
            <a:br>
              <a:rPr lang="en-US" sz="2300"/>
            </a:b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Microprocessor/Detection:</a:t>
            </a:r>
            <a:br>
              <a:rPr lang="en-US" sz="2300"/>
            </a:b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Power Generation:</a:t>
            </a:r>
            <a:br>
              <a:rPr lang="en-US" sz="2300"/>
            </a:b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Power Distribution:</a:t>
            </a:r>
            <a:br>
              <a:rPr lang="en-US" sz="2300"/>
            </a:br>
            <a:endParaRPr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5" y="1787675"/>
            <a:ext cx="8839204" cy="48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00" y="2228075"/>
            <a:ext cx="7951600" cy="38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