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80" r:id="rId4"/>
    <p:sldId id="277" r:id="rId5"/>
    <p:sldId id="276" r:id="rId6"/>
    <p:sldId id="281" r:id="rId7"/>
    <p:sldId id="278" r:id="rId8"/>
    <p:sldId id="279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07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033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35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9582" y="2130425"/>
            <a:ext cx="4488617" cy="1470025"/>
          </a:xfrm>
        </p:spPr>
        <p:txBody>
          <a:bodyPr>
            <a:normAutofit/>
          </a:bodyPr>
          <a:lstStyle>
            <a:lvl1pPr algn="r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24200" y="3886200"/>
            <a:ext cx="5333999" cy="1752600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039F-CB0C-E14D-A7EF-3BACE2CEF4EA}" type="datetimeFigureOut">
              <a:rPr lang="en-US" smtClean="0"/>
              <a:t>9/7/2023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65A6-8BBF-864B-863C-9248948DDB5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6585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49177"/>
            <a:ext cx="8229600" cy="803756"/>
          </a:xfrm>
        </p:spPr>
        <p:txBody>
          <a:bodyPr>
            <a:normAutofit/>
          </a:bodyPr>
          <a:lstStyle>
            <a:lvl1pPr algn="ctr"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49270"/>
            <a:ext cx="8229600" cy="40768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039F-CB0C-E14D-A7EF-3BACE2CEF4EA}" type="datetimeFigureOut">
              <a:rPr lang="en-US" smtClean="0"/>
              <a:t>9/7/2023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65A6-8BBF-864B-863C-9248948DDB56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6" descr="DLCOE_logo_HWHT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851" y="234146"/>
            <a:ext cx="2443865" cy="41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671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75644"/>
            <a:ext cx="4038600" cy="415051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75644"/>
            <a:ext cx="4038600" cy="4150519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039F-CB0C-E14D-A7EF-3BACE2CEF4EA}" type="datetimeFigureOut">
              <a:rPr lang="en-US" smtClean="0"/>
              <a:t>9/7/2023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65A6-8BBF-864B-863C-9248948DDB5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57200" y="1049177"/>
            <a:ext cx="8229600" cy="803756"/>
          </a:xfrm>
        </p:spPr>
        <p:txBody>
          <a:bodyPr>
            <a:normAutofit/>
          </a:bodyPr>
          <a:lstStyle>
            <a:lvl1pPr algn="ctr"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01685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00649"/>
            <a:ext cx="8229600" cy="1143000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039F-CB0C-E14D-A7EF-3BACE2CEF4EA}" type="datetimeFigureOut">
              <a:rPr lang="en-US" smtClean="0"/>
              <a:t>9/7/2023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65A6-8BBF-864B-863C-9248948DDB5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2493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66968"/>
            <a:ext cx="3008313" cy="73688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073720"/>
            <a:ext cx="5111750" cy="5052443"/>
          </a:xfrm>
        </p:spPr>
        <p:txBody>
          <a:bodyPr/>
          <a:lstStyle>
            <a:lvl1pPr>
              <a:defRPr sz="2800" b="1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803850"/>
            <a:ext cx="3008313" cy="432231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039F-CB0C-E14D-A7EF-3BACE2CEF4EA}" type="datetimeFigureOut">
              <a:rPr lang="en-US" smtClean="0"/>
              <a:t>9/7/2023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65A6-8BBF-864B-863C-9248948DDB5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5263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96430"/>
            <a:ext cx="2573672" cy="566738"/>
          </a:xfrm>
        </p:spPr>
        <p:txBody>
          <a:bodyPr anchor="b">
            <a:noAutofit/>
          </a:bodyPr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200400" y="1196430"/>
            <a:ext cx="5486400" cy="485028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768043"/>
            <a:ext cx="2573672" cy="427867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039F-CB0C-E14D-A7EF-3BACE2CEF4EA}" type="datetimeFigureOut">
              <a:rPr lang="en-US" smtClean="0"/>
              <a:t>9/7/2023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265A6-8BBF-864B-863C-9248948DDB5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722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1039F-CB0C-E14D-A7EF-3BACE2CEF4EA}" type="datetimeFigureOut">
              <a:rPr lang="en-US" smtClean="0"/>
              <a:t>9/7/2023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265A6-8BBF-864B-863C-9248948DDB5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166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250" y="4244975"/>
            <a:ext cx="7302500" cy="1603375"/>
          </a:xfrm>
        </p:spPr>
        <p:txBody>
          <a:bodyPr>
            <a:normAutofit fontScale="90000"/>
          </a:bodyPr>
          <a:lstStyle/>
          <a:p>
            <a:r>
              <a:rPr lang="en-US" dirty="0"/>
              <a:t>Project name: TI deep sea diver ..</a:t>
            </a:r>
            <a:br>
              <a:rPr lang="en-US" dirty="0"/>
            </a:br>
            <a:r>
              <a:rPr lang="en-US" dirty="0"/>
              <a:t>Team members:.. Mickey, Donald …</a:t>
            </a:r>
          </a:p>
        </p:txBody>
      </p:sp>
      <p:sp>
        <p:nvSpPr>
          <p:cNvPr id="4" name="Diagonal Stripe 3"/>
          <p:cNvSpPr/>
          <p:nvPr/>
        </p:nvSpPr>
        <p:spPr>
          <a:xfrm>
            <a:off x="0" y="0"/>
            <a:ext cx="6111425" cy="6111425"/>
          </a:xfrm>
          <a:prstGeom prst="diagStripe">
            <a:avLst>
              <a:gd name="adj" fmla="val 28990"/>
            </a:avLst>
          </a:prstGeom>
          <a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>
            <a:outerShdw blurRad="193675" dist="23000" dir="5400000" rotWithShape="0">
              <a:srgbClr val="000000">
                <a:alpha val="6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Picture 5" descr="DLCOE_logo_HWH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44000" y="1105318"/>
            <a:ext cx="3114199" cy="525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71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description (use pictures and diagrams to describe)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49270"/>
            <a:ext cx="8229600" cy="4637280"/>
          </a:xfrm>
        </p:spPr>
        <p:txBody>
          <a:bodyPr>
            <a:normAutofit/>
          </a:bodyPr>
          <a:lstStyle/>
          <a:p>
            <a:r>
              <a:rPr lang="en-US" sz="3200" dirty="0">
                <a:sym typeface="Wingdings" panose="05000000000000000000" pitchFamily="2" charset="2"/>
              </a:rPr>
              <a:t>Problem statement: “Deep sea diving is very dangerous and we need a way to enable it while reducing harm to humans. With more and more underwater projects (oil and gas, server farms, food sources </a:t>
            </a:r>
            <a:r>
              <a:rPr lang="en-US" sz="3200" dirty="0" err="1">
                <a:sym typeface="Wingdings" panose="05000000000000000000" pitchFamily="2" charset="2"/>
              </a:rPr>
              <a:t>etc</a:t>
            </a:r>
            <a:r>
              <a:rPr lang="en-US" sz="3200" dirty="0">
                <a:sym typeface="Wingdings" panose="05000000000000000000" pitchFamily="2" charset="2"/>
              </a:rPr>
              <a:t>)”</a:t>
            </a:r>
          </a:p>
        </p:txBody>
      </p:sp>
    </p:spTree>
    <p:extLst>
      <p:ext uri="{BB962C8B-B14F-4D97-AF65-F5344CB8AC3E}">
        <p14:creationId xmlns:p14="http://schemas.microsoft.com/office/powerpoint/2010/main" val="2351466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Project description (use pictures and diagrams to describe)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49270"/>
            <a:ext cx="8229600" cy="4637280"/>
          </a:xfrm>
        </p:spPr>
        <p:txBody>
          <a:bodyPr>
            <a:norm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Solution proposal: “Develop nimble and relatively inexpensive robots that can do the majority of the tasks a human can, initially under the direction of a human and eventually more </a:t>
            </a:r>
            <a:r>
              <a:rPr lang="en-US" dirty="0" err="1">
                <a:sym typeface="Wingdings" panose="05000000000000000000" pitchFamily="2" charset="2"/>
              </a:rPr>
              <a:t>independantly</a:t>
            </a:r>
            <a:r>
              <a:rPr lang="en-US" dirty="0">
                <a:sym typeface="Wingdings" panose="05000000000000000000" pitchFamily="2" charset="2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71448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Diagram of subsystems and interface (use colors or other to show ownership)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32E30E-897B-417B-B280-4F868FB36A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870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Task partition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49270"/>
            <a:ext cx="8229600" cy="4637280"/>
          </a:xfrm>
        </p:spPr>
        <p:txBody>
          <a:bodyPr>
            <a:normAutofit/>
          </a:bodyPr>
          <a:lstStyle/>
          <a:p>
            <a:r>
              <a:rPr lang="en-US" sz="3200" dirty="0">
                <a:sym typeface="Wingdings" panose="05000000000000000000" pitchFamily="2" charset="2"/>
              </a:rPr>
              <a:t>Mickey: “design grippers and articulation mechanism”</a:t>
            </a:r>
          </a:p>
          <a:p>
            <a:r>
              <a:rPr lang="en-US" dirty="0">
                <a:sym typeface="Wingdings" panose="05000000000000000000" pitchFamily="2" charset="2"/>
              </a:rPr>
              <a:t>Donald: “Develop human interface and couple with machine learning to </a:t>
            </a:r>
            <a:r>
              <a:rPr lang="en-US" dirty="0" err="1">
                <a:sym typeface="Wingdings" panose="05000000000000000000" pitchFamily="2" charset="2"/>
              </a:rPr>
              <a:t>expnd</a:t>
            </a:r>
            <a:r>
              <a:rPr lang="en-US" dirty="0">
                <a:sym typeface="Wingdings" panose="05000000000000000000" pitchFamily="2" charset="2"/>
              </a:rPr>
              <a:t> over time”</a:t>
            </a:r>
          </a:p>
          <a:p>
            <a:r>
              <a:rPr lang="en-US" dirty="0">
                <a:sym typeface="Wingdings" panose="05000000000000000000" pitchFamily="2" charset="2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10629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Subsystem progress in past 1.5 months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49270"/>
            <a:ext cx="8229600" cy="4637280"/>
          </a:xfrm>
        </p:spPr>
        <p:txBody>
          <a:bodyPr>
            <a:norm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Tables describing part tradeoff leading to ones picked</a:t>
            </a:r>
          </a:p>
          <a:p>
            <a:r>
              <a:rPr lang="en-US" dirty="0">
                <a:sym typeface="Wingdings" panose="05000000000000000000" pitchFamily="2" charset="2"/>
              </a:rPr>
              <a:t>The following parts have been ordered</a:t>
            </a:r>
          </a:p>
          <a:p>
            <a:r>
              <a:rPr lang="en-US" dirty="0">
                <a:sym typeface="Wingdings" panose="05000000000000000000" pitchFamily="2" charset="2"/>
              </a:rPr>
              <a:t>These are the results of the simulations</a:t>
            </a:r>
          </a:p>
          <a:p>
            <a:r>
              <a:rPr lang="en-US">
                <a:sym typeface="Wingdings" panose="05000000000000000000" pitchFamily="2" charset="2"/>
              </a:rPr>
              <a:t>…</a:t>
            </a:r>
            <a:endParaRPr lang="en-US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941709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Execution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49270"/>
            <a:ext cx="8229600" cy="4637280"/>
          </a:xfrm>
        </p:spPr>
        <p:txBody>
          <a:bodyPr>
            <a:norm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See example on </a:t>
            </a:r>
            <a:r>
              <a:rPr lang="en-US" dirty="0" err="1">
                <a:sym typeface="Wingdings" panose="05000000000000000000" pitchFamily="2" charset="2"/>
              </a:rPr>
              <a:t>ecampus</a:t>
            </a:r>
            <a:r>
              <a:rPr lang="en-US" dirty="0">
                <a:sym typeface="Wingdings" panose="05000000000000000000" pitchFamily="2" charset="2"/>
              </a:rPr>
              <a:t>…</a:t>
            </a:r>
          </a:p>
          <a:p>
            <a:r>
              <a:rPr lang="en-US" dirty="0">
                <a:sym typeface="Wingdings" panose="05000000000000000000" pitchFamily="2" charset="2"/>
              </a:rPr>
              <a:t>Spreadsheet with biweekly deliverables that are measurable and have owners</a:t>
            </a:r>
          </a:p>
        </p:txBody>
      </p:sp>
    </p:spTree>
    <p:extLst>
      <p:ext uri="{BB962C8B-B14F-4D97-AF65-F5344CB8AC3E}">
        <p14:creationId xmlns:p14="http://schemas.microsoft.com/office/powerpoint/2010/main" val="3709083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Validation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49270"/>
            <a:ext cx="8229600" cy="4637280"/>
          </a:xfrm>
        </p:spPr>
        <p:txBody>
          <a:bodyPr>
            <a:normAutofit/>
          </a:bodyPr>
          <a:lstStyle/>
          <a:p>
            <a:r>
              <a:rPr lang="en-US" dirty="0">
                <a:sym typeface="Wingdings" panose="05000000000000000000" pitchFamily="2" charset="2"/>
              </a:rPr>
              <a:t>See example on </a:t>
            </a:r>
            <a:r>
              <a:rPr lang="en-US" dirty="0" err="1">
                <a:sym typeface="Wingdings" panose="05000000000000000000" pitchFamily="2" charset="2"/>
              </a:rPr>
              <a:t>ecampus</a:t>
            </a:r>
            <a:r>
              <a:rPr lang="en-US" dirty="0">
                <a:sym typeface="Wingdings" panose="05000000000000000000" pitchFamily="2" charset="2"/>
              </a:rPr>
              <a:t>…</a:t>
            </a:r>
          </a:p>
          <a:p>
            <a:r>
              <a:rPr lang="en-US" dirty="0">
                <a:sym typeface="Wingdings" panose="05000000000000000000" pitchFamily="2" charset="2"/>
              </a:rPr>
              <a:t>Spreadsheet with deliverables that are measurable and have owners</a:t>
            </a:r>
          </a:p>
        </p:txBody>
      </p:sp>
    </p:spTree>
    <p:extLst>
      <p:ext uri="{BB962C8B-B14F-4D97-AF65-F5344CB8AC3E}">
        <p14:creationId xmlns:p14="http://schemas.microsoft.com/office/powerpoint/2010/main" val="1160868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19322</TotalTime>
  <Words>215</Words>
  <Application>Microsoft Office PowerPoint</Application>
  <PresentationFormat>On-screen Show (4:3)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Wingdings</vt:lpstr>
      <vt:lpstr>Office Theme</vt:lpstr>
      <vt:lpstr>Project name: TI deep sea diver .. Team members:.. Mickey, Donald …</vt:lpstr>
      <vt:lpstr>Project description (use pictures and diagrams to describe)</vt:lpstr>
      <vt:lpstr>Project description (use pictures and diagrams to describe)</vt:lpstr>
      <vt:lpstr>Diagram of subsystems and interface (use colors or other to show ownership)</vt:lpstr>
      <vt:lpstr>Task partition</vt:lpstr>
      <vt:lpstr>Subsystem progress in past 1.5 months</vt:lpstr>
      <vt:lpstr>Execution plan</vt:lpstr>
      <vt:lpstr>Validation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Brian Gardner</dc:creator>
  <cp:lastModifiedBy>Kalafatis, Stavros</cp:lastModifiedBy>
  <cp:revision>50</cp:revision>
  <dcterms:created xsi:type="dcterms:W3CDTF">2013-06-18T16:37:55Z</dcterms:created>
  <dcterms:modified xsi:type="dcterms:W3CDTF">2023-09-07T19:28:43Z</dcterms:modified>
</cp:coreProperties>
</file>